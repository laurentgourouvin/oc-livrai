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50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LIVRAI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Conception d'architecture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l'état des lieux à la refonte technique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Spring Boot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3108960"/>
            <a:ext cx="182880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Angular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108960"/>
            <a:ext cx="182880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3108960"/>
            <a:ext cx="1828800" cy="41148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Laurent Gourouvin  —  Mars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 programme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9436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Contexte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LiVrai et les enjeux de la mission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114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59436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L'audit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Analyse fonctionnelle, UX et technique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4114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83280"/>
            <a:ext cx="59436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832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456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Les constats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840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Forces, faiblesses et risques identifiés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59436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10789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L'architecture cible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Stack, backend, frontend, BDD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94560"/>
            <a:ext cx="594360" cy="10058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945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2267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Migration &amp; Docker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2651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Stratégie de transition et déploiement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— Contexte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LiVrai en quelques mots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Société de 150 employés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Service de livraison B2B de marchandises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CRM développé il y a plusieurs années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Forte croissance du nombre de clients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Augmentation des volumes de commandes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 symptômes observés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645920"/>
            <a:ext cx="3474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⚡  Lenteurs de l'application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3474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🛠  Difficultés de maintenance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3474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017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⚠️  Risques sur la disponibilité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703320"/>
            <a:ext cx="34747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📈  Pression de la croissance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9E795">
              <a:alpha val="8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Mission confiée par Meilin : auditer le CRM existant, puis concevoir la future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— L'audit : Vue fonctionnelle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Parcours 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Gérer les clients (liste + création)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Voir toutes les livraisons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Accepter une livraison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Facturer une livraison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</a:rPr>
              <a:t>Refuser une livraison  ← BUG HTTP 405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Parcours 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Connexion via service commercial uniquement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Créer une commande (volume + poids)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Voir ses livraisons à venir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Voir ses livraisons passées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F96167">
              <a:alpha val="8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2 rôles, 2 </a:t>
            </a:r>
            <a:r>
              <a:rPr lang="en-US" sz="1200" b="1" dirty="0" err="1">
                <a:solidFill>
                  <a:srgbClr val="1A1A2E"/>
                </a:solidFill>
              </a:rPr>
              <a:t>parcours</a:t>
            </a:r>
            <a:r>
              <a:rPr lang="en-US" sz="1200" b="1" dirty="0">
                <a:solidFill>
                  <a:srgbClr val="1A1A2E"/>
                </a:solidFill>
              </a:rPr>
              <a:t> mais 1 bug bloquant : l'admin ne peut pas refuser de livraison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— L'audit : Vue technique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Stack existante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0972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Java EE + Servlets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75688"/>
            <a:ext cx="1097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75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JSP + JSTL (vues)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34056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34056"/>
            <a:ext cx="109728" cy="50292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340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DAO + JDBC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92424"/>
            <a:ext cx="3931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92424"/>
            <a:ext cx="10972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924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MySQL 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Problèmes identifiés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Mots de passe en clair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1508760"/>
            <a:ext cx="105156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1508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CRITIQUE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07568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0756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Pas de pool de connexions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167128"/>
            <a:ext cx="10515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1671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ÉLEVÉ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734056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27340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Pas de pagination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2825496"/>
            <a:ext cx="10515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8254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ÉLEVÉ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39242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83480" y="33924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Logique métier dans les Servlets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35240" y="3483864"/>
            <a:ext cx="10515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348386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MOYEN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4050792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4050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Pas de validation des données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35240" y="4142232"/>
            <a:ext cx="10515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41422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ÉLEVÉ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— Les constats clés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Points forts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Requêtes SQL préparées (anti-injection)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JSP protégées dans WEB-INF/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Filtre d'authentification global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Sécurité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Mots de passe en clair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Pas de validation des entrées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Objets User retournent le password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40233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26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🏗️ 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MVC incomplet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Logique métier dans les Servlets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Pas de couche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926080"/>
            <a:ext cx="40233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26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Performance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Pas de pool de connexions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Pas de pagination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Pas d'index sur les tables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Architecture cible : Vue d'ensemble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Angular 21 (LTS)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SPA + NgRx + Feature-based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05840"/>
            <a:ext cx="20116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Spring Boot 3.4.x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Java 21 + API REST + JWT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05840"/>
            <a:ext cx="20116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Base de données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6864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PostgreSQL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6 tables + index + ENUM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100584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005840"/>
            <a:ext cx="2011680" cy="6400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03136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</a:rPr>
              <a:t>Déploiement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03136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3 services conteneurisés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6517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462272" y="26517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638544" y="26517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Séparation claire front/back via API REST ouvre la voie à une future app mobile sans modifier le backend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Backend : Architecture en couches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18872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0789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Reçoit les </a:t>
            </a:r>
            <a:r>
              <a:rPr lang="en-US" sz="1200" dirty="0" err="1">
                <a:solidFill>
                  <a:srgbClr val="1A1A2E"/>
                </a:solidFill>
              </a:rPr>
              <a:t>requêtes</a:t>
            </a:r>
            <a:r>
              <a:rPr lang="en-US" sz="1200" dirty="0">
                <a:solidFill>
                  <a:srgbClr val="1A1A2E"/>
                </a:solidFill>
              </a:rPr>
              <a:t> HTTP : remplace les Servlets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18872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88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← Servlet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5486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65960"/>
            <a:ext cx="118872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65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0391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Contient la logique métier : nouveau dans la refonte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14884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← Dans Servlet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5486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118872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299923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Accès aux données via Spring Data JPA : remplace les DAO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← DAO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5486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86200"/>
            <a:ext cx="118872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86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39593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Entités JPA mappées sur PostgreSQL : remplace les Beans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406908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← Bean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754880"/>
            <a:ext cx="8595360" cy="1828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005840"/>
            <a:ext cx="164592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3716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</a:rPr>
              <a:t>Spring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</a:rPr>
              <a:t>Security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</a:rPr>
              <a:t>JWT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HikariCP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Pool connexions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Backend : Diagramme de composants</a:t>
            </a:r>
            <a:endParaRPr lang="en-US" sz="2200" dirty="0"/>
          </a:p>
        </p:txBody>
      </p:sp>
      <p:pic>
        <p:nvPicPr>
          <p:cNvPr id="4" name="Image 0" descr="/mnt/user-data/uploads/mermaid-diagram-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796" y="914400"/>
            <a:ext cx="32644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Frontend : Angular 21 + NgRx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Standalone Feature-based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91440" cy="384048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27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core/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527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guards, intercepteurs JWT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914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75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store/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075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</a:rPr>
              <a:t>NgRx</a:t>
            </a:r>
            <a:r>
              <a:rPr lang="en-US" sz="1100" dirty="0">
                <a:solidFill>
                  <a:srgbClr val="64748B"/>
                </a:solidFill>
              </a:rPr>
              <a:t> état global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9144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features/auth/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624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connexion, inscription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914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features/delivery/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suivi des livraisons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914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21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features/command/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721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création de commande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51960"/>
            <a:ext cx="914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70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features/billing/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4270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facturation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Flux de données NgRx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1508760"/>
            <a:ext cx="1645920" cy="43891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5087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Composant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15636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→ dispatch action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1947672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029200" y="2130552"/>
            <a:ext cx="164592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1305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Effect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2185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→ appelle le service HTTP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0" y="2569464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029200" y="2752344"/>
            <a:ext cx="164592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752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2807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→ requête API REST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0" y="3191256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029200" y="3374136"/>
            <a:ext cx="16459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3741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→ met à jour le store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852160" y="3813048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029200" y="3995928"/>
            <a:ext cx="1645920" cy="438912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9959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Selector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4050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→ retourne au composant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— Base de données : MySQL → PostgreSQL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8404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Avant — MySQL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2 tables seulement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Rôles : booléen admin (2 valeurs max)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Mots de passe en clair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Pas de séparation commande/livraison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Pas de table facturation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Status = VARCHAR libre (incohérent)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Aucun index explicite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0" y="96012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960120"/>
            <a:ext cx="3840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960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Après — PostgreSQL 18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6360" y="1554480"/>
            <a:ext cx="137160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572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4 rôles dédiés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66360" y="2057400"/>
            <a:ext cx="137160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075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bcrypt + FK role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2560320"/>
            <a:ext cx="137160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address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adresses client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3063240"/>
            <a:ext cx="137160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command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081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volume + poids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3566160"/>
            <a:ext cx="137160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delivery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584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ENUM statut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4069080"/>
            <a:ext cx="137160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bill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087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montant facture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Frontend : Diagramme de composants</a:t>
            </a:r>
            <a:endParaRPr lang="en-US" sz="2200" dirty="0"/>
          </a:p>
        </p:txBody>
      </p:sp>
      <p:pic>
        <p:nvPicPr>
          <p:cNvPr id="4" name="Image 0" descr="/mnt/user-data/uploads/mermaid-diagram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859536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Modele de donnees : MCD</a:t>
            </a:r>
            <a:endParaRPr lang="en-US" sz="2200" dirty="0"/>
          </a:p>
        </p:txBody>
      </p:sp>
      <p:pic>
        <p:nvPicPr>
          <p:cNvPr id="4" name="Image 0" descr="/home/claude/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— Migration &amp; Déploiement Docker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Stratégie de migration (weekend)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6400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Vend.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Mise en maintenance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6400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205740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Export MySQL + init PostgreSQL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64008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265176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Migration + hashage bcrypt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6400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324612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Tests de 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640080" cy="4572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" y="384048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Déploiement + remise en prod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Architecture Docker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03520" y="1417320"/>
            <a:ext cx="35661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1417320"/>
            <a:ext cx="9144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4721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livrai-frontend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Nginx + Angular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1645920"/>
            <a:ext cx="640080" cy="320040"/>
          </a:xfrm>
          <a:prstGeom prst="rect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45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:80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2468880"/>
            <a:ext cx="35661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2468880"/>
            <a:ext cx="914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25237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livrai-backend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2907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38160" y="2697480"/>
            <a:ext cx="640080" cy="32004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2697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:8080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3520440"/>
            <a:ext cx="35661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03520" y="352044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35753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livrai-db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3212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PostgreSQL 18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3749040"/>
            <a:ext cx="640080" cy="32004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interne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7800" y="4572000"/>
            <a:ext cx="36576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Réseau Docker interne - BDD non exposée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Réponses aux contraintes non fonctionnelles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CBD5E1"/>
                </a:solidFill>
              </a:rPr>
              <a:t>HikariCP</a:t>
            </a:r>
            <a:r>
              <a:rPr lang="en-US" sz="1200" dirty="0">
                <a:solidFill>
                  <a:srgbClr val="CBD5E1"/>
                </a:solidFill>
              </a:rPr>
              <a:t> : pool de connexions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Pagination systématique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Index PostgreSQL sur colonnes clés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Disponibilité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JWT stateless : scalabilité horizontale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Séparation front/back indépendante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Docker-ready : instances multiples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40233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Maintenabilité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Architecture en couches (Controller/Service/Repo)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Feature-based Angular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Spring Data JPA : moins de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02336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880360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Évolutivité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API REST : ouverture multi-clients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Table role </a:t>
            </a:r>
            <a:r>
              <a:rPr lang="en-US" sz="1200" dirty="0" err="1">
                <a:solidFill>
                  <a:srgbClr val="CBD5E1"/>
                </a:solidFill>
              </a:rPr>
              <a:t>dédiée</a:t>
            </a:r>
            <a:r>
              <a:rPr lang="en-US" sz="1200" dirty="0">
                <a:solidFill>
                  <a:srgbClr val="CBD5E1"/>
                </a:solidFill>
              </a:rPr>
              <a:t> : extensible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Stack LTS : support garanti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résumé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0467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</a:rPr>
              <a:t>Audit complet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36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Fonctionnel, UX</a:t>
            </a:r>
            <a:r>
              <a:rPr lang="en-US" sz="1200">
                <a:solidFill>
                  <a:srgbClr val="94A3B8"/>
                </a:solidFill>
              </a:rPr>
              <a:t>, technique </a:t>
            </a:r>
            <a:r>
              <a:rPr lang="en-US" sz="1200" dirty="0">
                <a:solidFill>
                  <a:srgbClr val="94A3B8"/>
                </a:solidFill>
              </a:rPr>
              <a:t>bug 405 identifié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0467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</a:rPr>
              <a:t>Architecture moderne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Spring Boot + Angular + PostgreSQL + Docker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0467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26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</a:rPr>
              <a:t>Sécurité renforcée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JWT, bcrypt, validation, Spring Security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0467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947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</a:rPr>
              <a:t>Prêt pour la croissance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142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Scalabilité horizontale, pagination, index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Merci pour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848</Words>
  <Application>Microsoft Macintosh PowerPoint</Application>
  <PresentationFormat>Affichage à l'écran (16:9)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LiVrai - Audit &amp; Architecture</dc:title>
  <dc:subject>PptxGenJS Presentation</dc:subject>
  <dc:creator>PptxGenJS</dc:creator>
  <cp:lastModifiedBy>Laurent Gourouvin</cp:lastModifiedBy>
  <cp:revision>2</cp:revision>
  <dcterms:created xsi:type="dcterms:W3CDTF">2026-03-27T13:25:14Z</dcterms:created>
  <dcterms:modified xsi:type="dcterms:W3CDTF">2026-03-27T13:37:15Z</dcterms:modified>
</cp:coreProperties>
</file>